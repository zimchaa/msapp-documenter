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274638"/>
            <a:ext cx="1462966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1600200"/>
            <a:ext cx="14629667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274638"/>
            <a:ext cx="1462966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274638"/>
            <a:ext cx="1462966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274638"/>
            <a:ext cx="1462966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274638"/>
            <a:ext cx="1462966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1600200"/>
            <a:ext cx="14629667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